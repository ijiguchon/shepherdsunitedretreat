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7" r:id="rId2"/>
    <p:sldId id="289" r:id="rId3"/>
    <p:sldId id="258" r:id="rId4"/>
    <p:sldId id="259" r:id="rId5"/>
    <p:sldId id="294" r:id="rId6"/>
    <p:sldId id="295" r:id="rId7"/>
    <p:sldId id="296" r:id="rId8"/>
    <p:sldId id="301" r:id="rId9"/>
    <p:sldId id="302" r:id="rId10"/>
    <p:sldId id="290" r:id="rId11"/>
    <p:sldId id="263" r:id="rId12"/>
    <p:sldId id="264" r:id="rId13"/>
    <p:sldId id="265" r:id="rId14"/>
    <p:sldId id="297" r:id="rId15"/>
    <p:sldId id="298" r:id="rId16"/>
    <p:sldId id="299" r:id="rId17"/>
    <p:sldId id="303" r:id="rId18"/>
    <p:sldId id="304" r:id="rId19"/>
    <p:sldId id="306" r:id="rId20"/>
    <p:sldId id="293" r:id="rId21"/>
    <p:sldId id="284" r:id="rId22"/>
    <p:sldId id="285" r:id="rId23"/>
    <p:sldId id="286" r:id="rId24"/>
    <p:sldId id="287" r:id="rId25"/>
    <p:sldId id="288" r:id="rId26"/>
    <p:sldId id="319" r:id="rId27"/>
    <p:sldId id="318" r:id="rId28"/>
    <p:sldId id="311" r:id="rId29"/>
    <p:sldId id="312" r:id="rId30"/>
    <p:sldId id="313" r:id="rId31"/>
    <p:sldId id="314" r:id="rId32"/>
    <p:sldId id="322" r:id="rId33"/>
    <p:sldId id="323" r:id="rId34"/>
    <p:sldId id="266" r:id="rId35"/>
    <p:sldId id="267" r:id="rId36"/>
    <p:sldId id="268" r:id="rId37"/>
    <p:sldId id="269" r:id="rId38"/>
    <p:sldId id="309" r:id="rId39"/>
    <p:sldId id="310" r:id="rId40"/>
    <p:sldId id="321" r:id="rId4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50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9BC73B-6E37-4018-B92C-EAA6AEEF865D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ECD4F-38CB-49C2-983D-D8339928C1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339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19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C0B57-4CCE-6516-99FA-FF592EC62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021143-E6CA-EA26-01C4-5A637920D9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4A09E9-2787-3222-FF34-3CEBB3178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A526E0-7344-C652-36DA-7E6E2F9A63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97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C7935-E789-792A-CEDD-8C1462782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6939870-1E29-F740-CD89-179C4F612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AD1ACD9-E0B6-CD57-415D-437FD25A2D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496010-42F7-ABC5-BB7C-F7942879A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4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B07E-8AC5-FD51-1CC6-59F6C8E30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462C67-5D23-0D23-8BF2-0A52E64EA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371D6CA-B38D-17A0-0FE4-254FE06197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5CB3C-5383-4CCF-E333-DFC4B270E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105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0D470-A0F5-38EF-3AFF-478EEECCE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617D936-D1E7-B4D4-3628-0B54AE978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F378A6-9056-2B31-A992-A23AFA187A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CBAA1-C811-53E2-E32B-A2E154391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7011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6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D9E5-023D-02E1-288D-752D4A73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DDC900-29B6-B374-0F8B-F0938E26E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689902-6BBB-36D2-49F5-B706C0328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BFE19-898E-073B-1F91-50122E649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898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0BB2-1EB5-DF45-1CC8-90CB1C4D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0589C3-FC52-4EB0-65C5-94056E91DC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852E0C-D249-50EC-7637-8826E4AF7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4EAFE1-C838-0ED6-9F2E-B7DF4E0CF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95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387A6-893F-9E15-2F65-4A953155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CFF799C-186D-4CE2-6A7C-FB72747E12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5AB6CF-9C00-C878-CDA8-899897C8D5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163D70-C677-D2CE-F428-9B619F82F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ECD4F-38CB-49C2-983D-D8339928C100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3655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AA08D-5E9A-4BC1-847A-FF30E42145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AB2131-DBD4-080B-56FB-1496A0FB64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63BB6F-875D-ADEC-512A-B5D7C035E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801DE6-FDB9-BA9A-C805-FF6663DA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285B9-6E3D-0FF8-0693-11D667BA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647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F9041-D209-A992-6C28-DA03FBB34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975B47-8A66-CD33-B69E-59420F12F4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8607D9-6A28-348A-DB81-7207781DC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A96494-1C01-CE39-543F-F9E7260EA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D2E37-DE27-8D4F-2706-A99A2712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3015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58013F-D687-151F-F39C-D8C46078C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C1C47E-AB13-6C22-D0D2-8D6EEB678E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8CE4-0B47-5C0E-2204-740A58228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6576D3-4F40-4638-7638-3E62BE31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07A5A9-266B-D372-8683-F619440D8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34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4BFE6-48B4-B915-8610-7E71AFB17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144388-C21D-4C14-7427-ADC02173E3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53EB18-1CFB-6120-9995-666CC9ECFA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A2990F-A970-6FCD-F3C3-B7D9CE035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04F534-C033-0539-7017-9B913B09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E866AC-8423-6C1D-368F-CEEB0FD7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0959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4EDC9-4D0E-6725-57A7-4824089C0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F6D0BC-7565-3E0A-9077-C9FEF0F75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E550CE-0320-401D-0ADC-4D386AF8B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C08EFE-89E4-6071-7C22-4F34629591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84DD8D-ABA4-6A56-EA97-1CCC5013B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750476-7097-0E56-EC76-712B09B8D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9D327A4-B17F-880C-BF55-696A56B4C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049D0E6-0E4F-0759-B94C-9FFB7B4F3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649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146B5-4BBB-F85A-D483-AD650AEDB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B9CE462-4E51-C37A-6FBE-E8F20A79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9CC5C02-840A-935D-E336-39FD17935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C3A3B34-B9B9-382F-6C97-469D22EB3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813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96BE88-2311-5F25-ADA7-464D35CD7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C329E49-24A5-B373-B501-AC558E782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FC2DD-FBEC-AF59-C417-9E9EDD266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82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AB4866-A5A5-A1CD-BEE5-63FEBE48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63457C-5973-15AB-4B93-62926003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EB74E8-97DD-0C12-64DB-AE85CD0BAB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0E38BE-E2D6-B4AC-0F8D-3A8E09ABA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3178FDF-251F-3AA1-4BB6-4F64250C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708B0B-FF0E-B283-4EB5-047E2D03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08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F2AFFD-A1DE-F322-A1DF-9B06886EA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F69C6-CE13-AA30-AD72-057BF652C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9DE283-12D1-7050-2E94-CC555BB6E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BCD098-4B9A-EF8C-86B7-DA66DC72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88C78E-76A3-B55F-2BCC-05ACDD4B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DACC6-DFD6-E426-C24B-1B976DAC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1705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1D7C55-2F8E-41F4-BFD0-DED07EF76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81808D-E6FD-EB94-D288-C5083F39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E98E82-09FE-51F7-5FC9-5FBFC436A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D76B19-593F-0517-1FAF-BCC044710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F8DB6-85DD-59AF-278B-9F7F23055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037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5A3588-1C53-EF66-E08F-B4CFAF2EB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1BB1F0-274B-86D4-2D6A-13831263EC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2E2548-6ABE-D6C5-EA02-8C791961D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A2A6EB-DF0B-598F-5A16-5DE41A73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7C7693-DDBA-1E97-E9F1-78CC8C05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032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B818380-1C53-6A31-402C-EDBAFAC7D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F38D54-4F51-3916-6E43-111CC4967B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291C32-8D3B-2554-E1D8-AC1D9E5C5C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3B63B6-DF5F-492D-9BC0-22CDC9C3CA6F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96D5B4-6B20-697C-FBC0-E796BE3DBC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F8759-DE81-15F2-5CD8-41DF81CAF7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03FD9-70A8-4CB7-ADF4-499E6B18E9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46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ght_holy_background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CEDD68-7024-06E9-7110-8C01EFAF1F5E}"/>
              </a:ext>
            </a:extLst>
          </p:cNvPr>
          <p:cNvSpPr txBox="1"/>
          <p:nvPr/>
        </p:nvSpPr>
        <p:spPr>
          <a:xfrm>
            <a:off x="731520" y="2148840"/>
            <a:ext cx="10744200" cy="164592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5800" b="1" dirty="0">
                <a:solidFill>
                  <a:srgbClr val="16283E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2588973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A52EA-F0F3-B2C6-6A4B-78889601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ght_holy_background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765E332-0DEF-3DDD-B02C-A7437B6A5B36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아주 먼 옛날 하늘에서는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당신을 향한 계획 있었죠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하나님께서 바라보시고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좋았더라고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말씀하셨네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46099-77A1-076E-0CB7-D00EEDD2D828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1133691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27F6-46E3-07FC-8D37-4D6E24174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FE8941-FFAC-491E-809C-4D4D6860CA76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이 세상 그 누구보다 더 귀하게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나의 손으로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창조하였노라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너로 인하여 기뻐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너를 사랑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372A8-5720-4FDD-B841-2FA79F4C2CCD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3957147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E8218-8BCC-C495-591E-0EE59AB07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C57275-1E4D-C104-67DA-BCE284094AB2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사랑해요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축복해요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당신의 마음에 우리에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드려요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DA3754-B388-1002-FE81-B9ECA6FC5F6A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48397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EF09-C0F7-685D-E4A5-CD1C2A98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ght_holy_background_16x9.png">
            <a:extLst>
              <a:ext uri="{FF2B5EF4-FFF2-40B4-BE49-F238E27FC236}">
                <a16:creationId xmlns:a16="http://schemas.microsoft.com/office/drawing/2014/main" id="{5F512574-284C-543E-9E44-49F09C9E5E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86A0EE1-60F1-9DF3-04DA-B530A00364FC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아주 먼 옛날 하늘에서는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당신을 향한 계획 있었죠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하나님께서 바라보시고</a:t>
            </a:r>
            <a:endParaRPr lang="en-US" altLang="ko-KR" sz="5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좋았더라고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말씀하셨네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8538C4-383F-CF00-8C7C-336866BB4316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3938071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ADB37-EA05-3A29-E589-191474329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8974032D-E685-8540-CD1C-DE7B0973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897AE84-1202-698A-B19F-69454E762AFA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이 </a:t>
            </a:r>
            <a:r>
              <a:rPr lang="ko-KR" altLang="en-US" sz="4500" b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세상 그 누구보다 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더 귀하게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나의 손으로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창조하였노라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너로 인하여 기뻐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너를 사랑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하노라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EDF228-3ABC-2B44-7740-4EA04FA0B617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2040590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E11FC-FFA0-E0AE-D8A9-E6ED57B5A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9884830D-BA78-6881-CE64-353988F6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4571B8-ECB2-C1F7-1219-032386764933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사랑해요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축복해요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당신의 마음에 우리에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드려요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AAC0D-D50C-5FC2-961D-C51359F79C4D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1394775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0ECD-9C81-1F2F-C1BA-AE307A99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7FF4EC55-6632-AE9D-91B2-A3632A618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32AA7C-F2B5-AC91-26D1-6245E408FA9C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사랑해요</a:t>
            </a:r>
            <a:r>
              <a:rPr lang="ko-KR" altLang="en-US" sz="2000" b="1" dirty="0">
                <a:solidFill>
                  <a:srgbClr val="16283E"/>
                </a:solidFill>
                <a:latin typeface="HY엽서M" panose="02030600000101010101" pitchFamily="18" charset="-127"/>
                <a:ea typeface="HY엽서M" panose="02030600000101010101" pitchFamily="18" charset="-127"/>
              </a:rPr>
              <a:t>　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축복해요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당신의 마음에 우리에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드려요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2FBFB6-CC10-CD27-478A-6A0FF7E12173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1110799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DEEE3-D922-AC2A-CD07-4B3160ACA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69B8FDB4-D5B9-C813-C45E-A1CB61CB66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A2DCD3-A1FE-F530-3A7D-33BD4A41381F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사랑을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드려요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35C9E-3F12-6782-9066-59D0887FA720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당신을 향한 노래</a:t>
            </a:r>
          </a:p>
        </p:txBody>
      </p:sp>
    </p:spTree>
    <p:extLst>
      <p:ext uri="{BB962C8B-B14F-4D97-AF65-F5344CB8AC3E}">
        <p14:creationId xmlns:p14="http://schemas.microsoft.com/office/powerpoint/2010/main" val="29040440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D2F94-185B-D5CE-F3F7-052791457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ght_holy_background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ABA203-EBC5-D8A9-4E30-4B58527C82B5}"/>
              </a:ext>
            </a:extLst>
          </p:cNvPr>
          <p:cNvSpPr txBox="1"/>
          <p:nvPr/>
        </p:nvSpPr>
        <p:spPr>
          <a:xfrm>
            <a:off x="723900" y="2606040"/>
            <a:ext cx="10744200" cy="164592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5800" b="1" dirty="0">
                <a:solidFill>
                  <a:srgbClr val="16283E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3869625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9AC85-9264-73BD-1B0A-53DBB530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3850D7-631A-0271-14D3-40B238C83FF3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마지막 날에</a:t>
            </a:r>
            <a:endParaRPr lang="en-US" altLang="ko-KR" sz="5300" b="1" dirty="0">
              <a:solidFill>
                <a:srgbClr val="16283E"/>
              </a:solidFill>
              <a:latin typeface="HY엽서M" panose="02030600000101010101" pitchFamily="18" charset="-127"/>
              <a:ea typeface="HY엽서M" panose="02030600000101010101" pitchFamily="18" charset="-127"/>
              <a:cs typeface="Malgun Gothic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나의 영으로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 백성에게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부어 주리라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95C6D-B5F6-28E8-222C-23F97772AEB2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228190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206D1-C7CE-73E2-2233-3258864D9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71F168-0D7A-5669-8B62-4F959AC903FE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자녀들은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예언할것이오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청년들은 환상을 보고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아비들은 꿈을 꾸리라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영 임하면</a:t>
            </a:r>
            <a:r>
              <a:rPr lang="en-US" altLang="ko-KR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(X2)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DD22A5-D90C-C56B-848B-CE35086737F9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3637308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6FE9-AFA3-3E69-794D-9101402FE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3F78842-6945-232A-C29A-38F4DBF07735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</a:t>
            </a:r>
            <a:r>
              <a:rPr lang="en-US" altLang="ko-KR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우리에게</a:t>
            </a:r>
            <a:endParaRPr lang="en-US" altLang="ko-KR" sz="4700" b="1" dirty="0">
              <a:solidFill>
                <a:srgbClr val="16283E"/>
              </a:solidFill>
              <a:latin typeface="Malgun Gothic" panose="02030600000101010101" pitchFamily="18" charset="-127"/>
              <a:ea typeface="Malgun Gothic" panose="02030600000101010101" pitchFamily="18" charset="-127"/>
              <a:cs typeface="Malgun Gothic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FAC553-02B2-AAE1-3742-953320A90BBE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3130192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90463-EBE0-CA65-BAAF-82EF9B899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18114B9F-6072-D382-82A5-A97D32B22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027EAEE-3F1E-7387-9366-821979EFFE37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마지막 날에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나의 영으로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 백성에게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부어 주리라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4AA244-638F-684D-2546-8ACFA0AB5894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37815921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24CC-50C6-28C5-D13A-87D82036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ght_holy_background_16x9.png">
            <a:extLst>
              <a:ext uri="{FF2B5EF4-FFF2-40B4-BE49-F238E27FC236}">
                <a16:creationId xmlns:a16="http://schemas.microsoft.com/office/drawing/2014/main" id="{BE258622-D4E9-B99E-478E-A5701446A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E80ABB-0AD3-4F65-0B16-2D25F92A1AA6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자녀들은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예언할것이오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청년들은 환상을 보고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아비들은 꿈을 꾸리라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영 임하면 </a:t>
            </a:r>
            <a:r>
              <a:rPr lang="en-US" altLang="ko-KR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(X2)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CA591E-C8C6-2349-E74F-B1C84F64741D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20542062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551CD-B817-2A2B-B1F9-8BC2B13D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1C35D573-B5B2-0CA7-8373-30064F364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C3E2D7-FE82-7BE2-9A34-F0E564E0514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</a:t>
            </a:r>
            <a:r>
              <a:rPr lang="en-US" altLang="ko-KR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우리에게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7C4444-81AD-CAB1-A601-FDA186814D46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25452676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EAA9A-05A2-446C-7A37-BF4ACEAD1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ght_holy_background_16x9.png">
            <a:extLst>
              <a:ext uri="{FF2B5EF4-FFF2-40B4-BE49-F238E27FC236}">
                <a16:creationId xmlns:a16="http://schemas.microsoft.com/office/drawing/2014/main" id="{5A9953CD-8369-DFD8-55CA-66EBBF142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66FE605-335E-98F7-2341-D70F89513751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자녀들은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예언할것이오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청년들은 환상을 보고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아비들은 꿈을 꾸리라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영 임하면 </a:t>
            </a:r>
            <a:r>
              <a:rPr lang="en-US" altLang="ko-KR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(X2)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27C70-8AC6-518E-0DAC-1A62938F638F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4267231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8DCD-3636-6CFC-D9E0-21F988D40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EF08F8FE-4791-8850-2665-301A0B573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502BA0-7981-F583-26C4-2B94A2957CC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</a:t>
            </a:r>
            <a:r>
              <a:rPr lang="en-US" altLang="ko-KR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우리에게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7F5E1-B8AB-ABA3-648C-B1F2B052B857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17238535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03558-B61D-E151-E786-8034B02DD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02986502-2D68-B921-A00F-97B327FC7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C78953-42BD-6CD6-FDB7-FA32EF6CCBBC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</a:t>
            </a:r>
            <a:r>
              <a:rPr lang="en-US" altLang="ko-KR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우리에게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7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7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DAD54B-522A-DCF7-CC37-CF8B124C6DC5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마지막 날에</a:t>
            </a:r>
          </a:p>
        </p:txBody>
      </p:sp>
    </p:spTree>
    <p:extLst>
      <p:ext uri="{BB962C8B-B14F-4D97-AF65-F5344CB8AC3E}">
        <p14:creationId xmlns:p14="http://schemas.microsoft.com/office/powerpoint/2010/main" val="36614351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236B5-3EEA-5C67-04BF-9AB461A7D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right_holy_background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2CD2F3-BD72-12D6-F5BE-8EBE4EC298FF}"/>
              </a:ext>
            </a:extLst>
          </p:cNvPr>
          <p:cNvSpPr txBox="1"/>
          <p:nvPr/>
        </p:nvSpPr>
        <p:spPr>
          <a:xfrm>
            <a:off x="731520" y="2148840"/>
            <a:ext cx="10744200" cy="164592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5800" b="1">
                <a:solidFill>
                  <a:srgbClr val="16283E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  <a:endParaRPr lang="ko-KR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1509314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11734-081A-85E8-DE02-857E6A4FE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0DE5F77-C697-6A87-37B1-5FBC5C5EE662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하나님의 부르심에는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후회하심이 없네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이자리에 선 것도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부르심이라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6AC852-97C2-8467-1875-6BE6E6CEF757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910117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253A7-FB90-6D10-F728-6168B24EC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435CA79-57FA-F310-62FA-698C89C293D7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하나님의 부르심에는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결코 실수가 없네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나를 부르신 하나님의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신실하심을 믿네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76A17-B235-01D4-CBF5-98141195AA9F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1433119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5F68C-1A4A-96C1-F578-8C1799C9C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6A073C-F505-2035-D216-BE6841AD65A4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작은 나를 부르신 뜻을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나는 알 수 없지만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오직 감사와 순종으로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길을 가리라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8E06C-4B51-7BDB-6ECE-83799BA98C47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4152920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2F444-62B1-30B9-9A80-37AA1CA7A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FB446C-A3ED-9231-0533-D1C2CA839E4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때론 내가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연약해져도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 날 도우시니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놀라운 그 계획을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나는 믿으며 살리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BBD1E1-A52E-37D1-4CA5-48AF7B5A5C2C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546267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E096C-354B-4FE7-0F14-48445D9BA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31BFBB-FDBE-E99E-9B91-972510F27CB0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부르신 뜻 내 생각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보다크고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향한 계획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나의 지혜로 측량 못하나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좋은 길로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완전한 길로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오늘도 날 이끄심 믿네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A3A46A-FD07-5FA8-4DD0-BAFBC5F56BF8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32493765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75E16-4EA3-13F5-6B55-34EE0A865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93388F2A-2232-2DDF-8413-8FE59CB5C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E2FCD7-A280-EB25-F141-C03951A87A8F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하나님의 부르심에는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후회하심이 없네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내가 이자리에 선 것도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부르심이라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DB1E69-BBCE-944D-5EBF-A7E0D4AC946A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41672784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F43A-A12E-1252-9E55-583D83655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4763CEEA-7F1C-B872-AEB7-A322ECCC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02D244-C2E3-4084-E8F9-D4C445D8E536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하나님의 부르심에는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결코 실수가 없네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나를 부르신 하나님의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신실하심을 믿네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D18AE-8467-3C72-EF12-8C0DF9796707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437208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E3F8C-1E9A-4A8D-475D-5B9C18421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E50A0E32-4F95-AD3C-703D-80DC9CA69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FEDCD25-EFBD-95BE-EF3B-A024EC3DB3D6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작은 나를 부르신 뜻을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나는 알 수 없지만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오직 감사와 순종으로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길을 가리라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4B75F-06C8-3DB0-0515-3ADD7D499E6C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6409143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4781D-9BE3-B002-6192-AE5205730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CCDCD90E-7E08-D6D2-8AE8-8F1FF25AB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09F3E6-D582-7216-6DCB-4DC0789ABFA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때론 내가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연약해져도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 날 도우시니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놀라운 그 계획을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나는 믿으며 살리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152062-0F8B-652F-79AE-7C9EBDF08926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4137328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E1ED0-6EF3-3413-6D27-82BF7DED7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B9590E0E-519E-A6B2-A82D-741F78685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94FFA0-A338-BE2D-6867-B8FD5D9B06B3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부르신 뜻 내 생각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보다크고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향한 계획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나의 지혜로 측량 못하나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좋은 길로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완전한 길로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오늘도 날 이끄심 믿네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2FB3B1-A0D8-C736-B97E-157F65D8FEFC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987887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62088-56B1-7B65-925C-3E99443CF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4663A38B-4714-287A-0EED-F0CE63260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B5D062D-5702-8BED-4CDB-6CF470B2F76F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부르신 뜻 내 생각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보다크고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날 향한 계획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나의 지혜로 측량 못하나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좋은 길로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가장 완전한 길로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오늘도 날 이끄심 믿네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3D767F-67D1-D9BC-63B2-83E60B723D5F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12567084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36806-273F-C14E-25CE-1ECCE3476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CE439876-541F-05A0-7A4F-79349E811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FFFB0D6-9129-C039-B0F2-26EBD1D48277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신실하신 주를 찬양해</a:t>
            </a:r>
            <a:endParaRPr lang="en-US" altLang="ko-KR" sz="50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488437-2C2F-FCA1-38F3-74269A2A39DB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하나님의 부르심</a:t>
            </a:r>
          </a:p>
        </p:txBody>
      </p:sp>
    </p:spTree>
    <p:extLst>
      <p:ext uri="{BB962C8B-B14F-4D97-AF65-F5344CB8AC3E}">
        <p14:creationId xmlns:p14="http://schemas.microsoft.com/office/powerpoint/2010/main" val="2465535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B9599-D4FF-E384-EA3D-5594FEE5F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AEED22C4-8405-E4F8-6D43-1C186036A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C2670B4-76A9-34BC-685E-CFFB075D2BAB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초대교회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역사같은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권능으로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모든교회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일으켜 주소서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일어나라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빛 발하라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승리의기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높이들고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전진하라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주님오실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길 예비하라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B96AED-CA0C-2860-3F74-3C789FA373BC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29618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F3F51-8B1D-F1DE-265D-603895714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C05057-DA0D-42CC-EE1F-8DE6A66B7FB4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이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땅위에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하나님의 교회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부르심을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따라일어나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거치른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광야</a:t>
            </a:r>
            <a:r>
              <a:rPr lang="en-US" altLang="ko-KR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외치는 소리로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거듭거듭 피어나라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3EB29D-1475-6806-0E36-47B7637DE6B6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8122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B6DF-D8B5-A485-3E83-DBA0BBD7B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E7C3BE8-1853-90F2-3AAB-AF57C59795F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이 세대를 향해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주의 진리를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선포케하소서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십자가에서 죽으신 그 사랑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우리 사랑 되게 하소서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3035E5-80D2-5EE3-2CE8-A6C3A0FBA22A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74364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C32B0-A748-3274-5FC5-5A6D1576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7EC447-1E0D-49BB-3F70-1C37268FF5C1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닫힌 문들아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열릴지어다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 세대여 일어나라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 예수께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무릎꿇고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경배드리세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죽임이기신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평화의 왕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3836A9-4CC4-23A9-4CC4-C23F10A7810F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005342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79CC-F55E-CF24-447A-339992842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47E0BD-70DA-01AB-FEB8-3A4B7AF75B5C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초대교회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역사같은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권능으로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모든교회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일으켜 주소서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일어나라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빛 발하라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승리의기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높이들고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전진하라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주님오실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길 예비하라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97AA2-5393-3121-106E-01D723502986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778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A2DEC-515B-E93B-834E-BA34C99B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88BCF119-C634-11E0-05CB-A0A1133ED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9AEC32-25B4-D019-37FB-4070302270C4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닫힌 문들아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열릴지어다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 세대여 일어나라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 예수께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무릎꿇고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경배드리세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5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5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죽임이기신</a:t>
            </a:r>
            <a:r>
              <a:rPr lang="ko-KR" altLang="en-US" sz="45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평화의 왕</a:t>
            </a:r>
            <a:endParaRPr lang="en-US" altLang="ko-KR" sz="53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362EBE-0EAB-032C-BE68-D289F76B9DAC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5765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35CF2-2C96-0B31-4487-AE44DAD8F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6509CE44-CD03-26B5-7655-1CEE4EFD1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3FF83E4-FB48-077B-0382-59C0D696C7BD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초대교회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역사같은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권능으로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모든교회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일으켜 주소서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일어나라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빛 발하라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승리의기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높이들고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전진하라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주님오실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길 예비하라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956D74-18CB-87FD-D873-B53C5DFE20A2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48551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A54F7-BC98-434F-2680-34AE03F0F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right_holy_background_16x9.png">
            <a:extLst>
              <a:ext uri="{FF2B5EF4-FFF2-40B4-BE49-F238E27FC236}">
                <a16:creationId xmlns:a16="http://schemas.microsoft.com/office/drawing/2014/main" id="{CD0F75F4-F0C3-D15C-8116-618D69EA4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A6D91AE-F9BA-1ADB-076B-F0CC8D30418F}"/>
              </a:ext>
            </a:extLst>
          </p:cNvPr>
          <p:cNvSpPr txBox="1"/>
          <p:nvPr/>
        </p:nvSpPr>
        <p:spPr>
          <a:xfrm>
            <a:off x="777240" y="1234440"/>
            <a:ext cx="10652760" cy="470916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성령이여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임하소서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초대교회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역사같은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권능으로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모든교회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일으켜 주소서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일어나라</a:t>
            </a:r>
            <a:r>
              <a:rPr lang="en-US" altLang="ko-KR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빛 발하라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승리의기 </a:t>
            </a: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높이들고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전진하라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6283E"/>
                </a:solidFill>
                <a:latin typeface="Malgun Gothic"/>
              </a:defRPr>
            </a:pPr>
            <a:r>
              <a:rPr lang="ko-KR" altLang="en-US" sz="4000" b="1" dirty="0" err="1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주님오실</a:t>
            </a:r>
            <a:r>
              <a:rPr lang="ko-KR" altLang="en-US" sz="4000" b="1" dirty="0">
                <a:solidFill>
                  <a:srgbClr val="16283E"/>
                </a:solidFill>
                <a:latin typeface="Malgun Gothic" panose="02030600000101010101" pitchFamily="18" charset="-127"/>
                <a:ea typeface="Malgun Gothic" panose="02030600000101010101" pitchFamily="18" charset="-127"/>
                <a:cs typeface="Malgun Gothic"/>
              </a:rPr>
              <a:t> 길 예비하라</a:t>
            </a:r>
            <a:endParaRPr lang="en-US" altLang="ko-KR" sz="4500" dirty="0">
              <a:latin typeface="HY엽서M" panose="02030600000101010101" pitchFamily="18" charset="-127"/>
              <a:ea typeface="HY엽서M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8EE566-A77E-B492-4F53-7B067AF3D445}"/>
              </a:ext>
            </a:extLst>
          </p:cNvPr>
          <p:cNvSpPr txBox="1"/>
          <p:nvPr/>
        </p:nvSpPr>
        <p:spPr>
          <a:xfrm>
            <a:off x="594360" y="320040"/>
            <a:ext cx="4206240" cy="411480"/>
          </a:xfrm>
          <a:prstGeom prst="rect">
            <a:avLst/>
          </a:prstGeom>
          <a:noFill/>
        </p:spPr>
        <p:txBody>
          <a:bodyPr wrap="square" lIns="73152" tIns="18288" rIns="73152" bIns="18288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6415A"/>
                </a:solidFill>
                <a:latin typeface="Malgun Gothic"/>
              </a:defRPr>
            </a:pPr>
            <a:r>
              <a:rPr lang="ko-KR" altLang="en-US" sz="1800" b="1" dirty="0" err="1">
                <a:solidFill>
                  <a:srgbClr val="26415A"/>
                </a:solidFill>
                <a:latin typeface="Malgun Gothic"/>
                <a:ea typeface="Malgun Gothic"/>
                <a:cs typeface="Malgun Gothic"/>
              </a:rPr>
              <a:t>신사도행전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3726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540</Words>
  <Application>Microsoft Office PowerPoint</Application>
  <PresentationFormat>와이드스크린</PresentationFormat>
  <Paragraphs>219</Paragraphs>
  <Slides>40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HY엽서M</vt:lpstr>
      <vt:lpstr>Malgun Gothic</vt:lpstr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9</cp:revision>
  <dcterms:created xsi:type="dcterms:W3CDTF">2026-07-13T17:33:41Z</dcterms:created>
  <dcterms:modified xsi:type="dcterms:W3CDTF">2026-07-17T04:33:39Z</dcterms:modified>
</cp:coreProperties>
</file>